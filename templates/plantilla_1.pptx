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0287000" cy="12852400"/>
  <p:notesSz cx="6858000" cy="9144000"/>
  <p:embeddedFontLst>
    <p:embeddedFont>
      <p:font typeface="All Round Gothic Bold" charset="1" panose="020B0803020202020104"/>
      <p:regular r:id="rId18"/>
    </p:embeddedFont>
    <p:embeddedFont>
      <p:font typeface="Poppins Heavy" charset="1" panose="00000A00000000000000"/>
      <p:regular r:id="rId19"/>
    </p:embeddedFont>
    <p:embeddedFont>
      <p:font typeface="ITC Avant Garde Gothic Bold" charset="1" panose="020B0802020202020204"/>
      <p:regular r:id="rId20"/>
    </p:embeddedFont>
    <p:embeddedFont>
      <p:font typeface="Inter Heavy" charset="1" panose="02000503000000020004"/>
      <p:regular r:id="rId21"/>
    </p:embeddedFont>
    <p:embeddedFont>
      <p:font typeface="Inter Medium" charset="1" panose="02000503000000020004"/>
      <p:regular r:id="rId22"/>
    </p:embeddedFont>
    <p:embeddedFont>
      <p:font typeface="Inter Bold" charset="1" panose="020B08020300000000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4593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42"/>
              </a:lnSpc>
            </a:pPr>
            <a:r>
              <a:rPr lang="en-US" b="true" sz="3387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URBANISMO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83909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CIUDAD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GIBRALTAR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SUCESOS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CULTURA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DEPORTES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3192243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COMERCIO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4266506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061E5C"/>
                </a:solidFill>
                <a:latin typeface="Inter Heavy"/>
                <a:ea typeface="Inter Heavy"/>
                <a:cs typeface="Inter Heavy"/>
                <a:sym typeface="Inter Heavy"/>
              </a:rPr>
              <a:t>MEDIO AMBIENTE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4266506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POLÍTICA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4266506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SOCIEDAD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4266506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FFFFFF"/>
                </a:solidFill>
                <a:latin typeface="Inter Heavy"/>
                <a:ea typeface="Inter Heavy"/>
                <a:cs typeface="Inter Heavy"/>
                <a:sym typeface="Inter Heavy"/>
              </a:rPr>
              <a:t>PATRIMONIO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C4E9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0287000" cy="12858750"/>
          </a:xfrm>
          <a:custGeom>
            <a:avLst/>
            <a:gdLst/>
            <a:ahLst/>
            <a:cxnLst/>
            <a:rect r="r" b="b" t="t" l="l"/>
            <a:pathLst>
              <a:path h="12858750" w="10287000">
                <a:moveTo>
                  <a:pt x="0" y="0"/>
                </a:moveTo>
                <a:lnTo>
                  <a:pt x="10287000" y="0"/>
                </a:lnTo>
                <a:lnTo>
                  <a:pt x="10287000" y="12858750"/>
                </a:lnTo>
                <a:lnTo>
                  <a:pt x="0" y="12858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47" t="0" r="-347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74349" y="5803932"/>
            <a:ext cx="14109636" cy="7054818"/>
          </a:xfrm>
          <a:custGeom>
            <a:avLst/>
            <a:gdLst/>
            <a:ahLst/>
            <a:cxnLst/>
            <a:rect r="r" b="b" t="t" l="l"/>
            <a:pathLst>
              <a:path h="7054818" w="14109636">
                <a:moveTo>
                  <a:pt x="0" y="0"/>
                </a:moveTo>
                <a:lnTo>
                  <a:pt x="14109636" y="0"/>
                </a:lnTo>
                <a:lnTo>
                  <a:pt x="14109636" y="7054818"/>
                </a:lnTo>
                <a:lnTo>
                  <a:pt x="0" y="70548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73929" y="12152292"/>
            <a:ext cx="298556" cy="298556"/>
          </a:xfrm>
          <a:custGeom>
            <a:avLst/>
            <a:gdLst/>
            <a:ahLst/>
            <a:cxnLst/>
            <a:rect r="r" b="b" t="t" l="l"/>
            <a:pathLst>
              <a:path h="298556" w="298556">
                <a:moveTo>
                  <a:pt x="0" y="0"/>
                </a:moveTo>
                <a:lnTo>
                  <a:pt x="298556" y="0"/>
                </a:lnTo>
                <a:lnTo>
                  <a:pt x="298556" y="298556"/>
                </a:lnTo>
                <a:lnTo>
                  <a:pt x="0" y="2985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56525" y="12152292"/>
            <a:ext cx="444665" cy="325717"/>
          </a:xfrm>
          <a:custGeom>
            <a:avLst/>
            <a:gdLst/>
            <a:ahLst/>
            <a:cxnLst/>
            <a:rect r="r" b="b" t="t" l="l"/>
            <a:pathLst>
              <a:path h="325717" w="444665">
                <a:moveTo>
                  <a:pt x="0" y="0"/>
                </a:moveTo>
                <a:lnTo>
                  <a:pt x="444665" y="0"/>
                </a:lnTo>
                <a:lnTo>
                  <a:pt x="444665" y="325717"/>
                </a:lnTo>
                <a:lnTo>
                  <a:pt x="0" y="3257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25318" y="12050270"/>
            <a:ext cx="421382" cy="500469"/>
          </a:xfrm>
          <a:custGeom>
            <a:avLst/>
            <a:gdLst/>
            <a:ahLst/>
            <a:cxnLst/>
            <a:rect r="r" b="b" t="t" l="l"/>
            <a:pathLst>
              <a:path h="500469" w="421382">
                <a:moveTo>
                  <a:pt x="0" y="0"/>
                </a:moveTo>
                <a:lnTo>
                  <a:pt x="421382" y="0"/>
                </a:lnTo>
                <a:lnTo>
                  <a:pt x="421382" y="500469"/>
                </a:lnTo>
                <a:lnTo>
                  <a:pt x="0" y="50046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17923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79011" y="12100215"/>
            <a:ext cx="402040" cy="400578"/>
          </a:xfrm>
          <a:custGeom>
            <a:avLst/>
            <a:gdLst/>
            <a:ahLst/>
            <a:cxnLst/>
            <a:rect r="r" b="b" t="t" l="l"/>
            <a:pathLst>
              <a:path h="400578" w="402040">
                <a:moveTo>
                  <a:pt x="0" y="0"/>
                </a:moveTo>
                <a:lnTo>
                  <a:pt x="402040" y="0"/>
                </a:lnTo>
                <a:lnTo>
                  <a:pt x="402040" y="400578"/>
                </a:lnTo>
                <a:lnTo>
                  <a:pt x="0" y="4005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324593" y="362499"/>
            <a:ext cx="1408215" cy="1408215"/>
            <a:chOff x="0" y="0"/>
            <a:chExt cx="1877619" cy="1877619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877619" cy="1877619"/>
              <a:chOff x="0" y="0"/>
              <a:chExt cx="406400" cy="4064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406400" cy="406400"/>
              </a:xfrm>
              <a:custGeom>
                <a:avLst/>
                <a:gdLst/>
                <a:ahLst/>
                <a:cxnLst/>
                <a:rect r="r" b="b" t="t" l="l"/>
                <a:pathLst>
                  <a:path h="406400" w="406400">
                    <a:moveTo>
                      <a:pt x="153935" y="0"/>
                    </a:moveTo>
                    <a:lnTo>
                      <a:pt x="252465" y="0"/>
                    </a:lnTo>
                    <a:cubicBezTo>
                      <a:pt x="337481" y="0"/>
                      <a:pt x="406400" y="68919"/>
                      <a:pt x="406400" y="153935"/>
                    </a:cubicBezTo>
                    <a:lnTo>
                      <a:pt x="406400" y="252465"/>
                    </a:lnTo>
                    <a:cubicBezTo>
                      <a:pt x="406400" y="337481"/>
                      <a:pt x="337481" y="406400"/>
                      <a:pt x="252465" y="406400"/>
                    </a:cubicBezTo>
                    <a:lnTo>
                      <a:pt x="153935" y="406400"/>
                    </a:lnTo>
                    <a:cubicBezTo>
                      <a:pt x="68919" y="406400"/>
                      <a:pt x="0" y="337481"/>
                      <a:pt x="0" y="252465"/>
                    </a:cubicBezTo>
                    <a:lnTo>
                      <a:pt x="0" y="153935"/>
                    </a:lnTo>
                    <a:cubicBezTo>
                      <a:pt x="0" y="68919"/>
                      <a:pt x="68919" y="0"/>
                      <a:pt x="153935" y="0"/>
                    </a:cubicBezTo>
                    <a:close/>
                  </a:path>
                </a:pathLst>
              </a:custGeom>
              <a:solidFill>
                <a:srgbClr val="0141E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406400" cy="444500"/>
              </a:xfrm>
              <a:prstGeom prst="rect">
                <a:avLst/>
              </a:prstGeom>
            </p:spPr>
            <p:txBody>
              <a:bodyPr anchor="ctr" rtlCol="false" tIns="46361" lIns="46361" bIns="46361" rIns="46361"/>
              <a:lstStyle/>
              <a:p>
                <a:pPr algn="ctr">
                  <a:lnSpc>
                    <a:spcPts val="2897"/>
                  </a:lnSpc>
                </a:pPr>
              </a:p>
            </p:txBody>
          </p:sp>
        </p:grpSp>
        <p:sp>
          <p:nvSpPr>
            <p:cNvPr name="Freeform 12" id="12"/>
            <p:cNvSpPr/>
            <p:nvPr/>
          </p:nvSpPr>
          <p:spPr>
            <a:xfrm flipH="false" flipV="false" rot="0">
              <a:off x="134301" y="0"/>
              <a:ext cx="1393476" cy="1777361"/>
            </a:xfrm>
            <a:custGeom>
              <a:avLst/>
              <a:gdLst/>
              <a:ahLst/>
              <a:cxnLst/>
              <a:rect r="r" b="b" t="t" l="l"/>
              <a:pathLst>
                <a:path h="1777361" w="1393476">
                  <a:moveTo>
                    <a:pt x="0" y="0"/>
                  </a:moveTo>
                  <a:lnTo>
                    <a:pt x="1393476" y="0"/>
                  </a:lnTo>
                  <a:lnTo>
                    <a:pt x="1393476" y="1777361"/>
                  </a:lnTo>
                  <a:lnTo>
                    <a:pt x="0" y="17773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42337" t="-23451" r="-311611" b="-7985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6636557" y="705117"/>
            <a:ext cx="3180969" cy="647166"/>
            <a:chOff x="0" y="0"/>
            <a:chExt cx="837786" cy="1704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37786" cy="170447"/>
            </a:xfrm>
            <a:custGeom>
              <a:avLst/>
              <a:gdLst/>
              <a:ahLst/>
              <a:cxnLst/>
              <a:rect r="r" b="b" t="t" l="l"/>
              <a:pathLst>
                <a:path h="170447" w="837786">
                  <a:moveTo>
                    <a:pt x="58412" y="0"/>
                  </a:moveTo>
                  <a:lnTo>
                    <a:pt x="779374" y="0"/>
                  </a:lnTo>
                  <a:cubicBezTo>
                    <a:pt x="811634" y="0"/>
                    <a:pt x="837786" y="26152"/>
                    <a:pt x="837786" y="58412"/>
                  </a:cubicBezTo>
                  <a:lnTo>
                    <a:pt x="837786" y="112035"/>
                  </a:lnTo>
                  <a:cubicBezTo>
                    <a:pt x="837786" y="144295"/>
                    <a:pt x="811634" y="170447"/>
                    <a:pt x="779374" y="170447"/>
                  </a:cubicBezTo>
                  <a:lnTo>
                    <a:pt x="58412" y="170447"/>
                  </a:lnTo>
                  <a:cubicBezTo>
                    <a:pt x="26152" y="170447"/>
                    <a:pt x="0" y="144295"/>
                    <a:pt x="0" y="112035"/>
                  </a:cubicBezTo>
                  <a:lnTo>
                    <a:pt x="0" y="58412"/>
                  </a:lnTo>
                  <a:cubicBezTo>
                    <a:pt x="0" y="26152"/>
                    <a:pt x="26152" y="0"/>
                    <a:pt x="58412" y="0"/>
                  </a:cubicBezTo>
                  <a:close/>
                </a:path>
              </a:pathLst>
            </a:custGeom>
            <a:ln w="9525" cap="rnd">
              <a:solidFill>
                <a:srgbClr val="FEFEF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37786" cy="2085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97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8758867" y="11056208"/>
            <a:ext cx="845321" cy="583271"/>
          </a:xfrm>
          <a:custGeom>
            <a:avLst/>
            <a:gdLst/>
            <a:ahLst/>
            <a:cxnLst/>
            <a:rect r="r" b="b" t="t" l="l"/>
            <a:pathLst>
              <a:path h="583271" w="845321">
                <a:moveTo>
                  <a:pt x="0" y="0"/>
                </a:moveTo>
                <a:lnTo>
                  <a:pt x="845321" y="0"/>
                </a:lnTo>
                <a:lnTo>
                  <a:pt x="845321" y="583271"/>
                </a:lnTo>
                <a:lnTo>
                  <a:pt x="0" y="58327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2423926" y="12132024"/>
            <a:ext cx="2149894" cy="3459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All Round Gothic Bold"/>
                <a:ea typeface="All Round Gothic Bold"/>
                <a:cs typeface="All Round Gothic Bold"/>
                <a:sym typeface="All Round Gothic Bold"/>
              </a:rPr>
              <a:t>INFOLINENSE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4055" y="7699727"/>
            <a:ext cx="8512489" cy="2780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Así será la nueva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Plaza de la </a:t>
            </a:r>
          </a:p>
          <a:p>
            <a:pPr algn="l">
              <a:lnSpc>
                <a:spcPts val="7035"/>
              </a:lnSpc>
            </a:pPr>
            <a:r>
              <a:rPr lang="en-US" sz="7106" b="true">
                <a:solidFill>
                  <a:srgbClr val="08176E"/>
                </a:solidFill>
                <a:latin typeface="Poppins Heavy"/>
                <a:ea typeface="Poppins Heavy"/>
                <a:cs typeface="Poppins Heavy"/>
                <a:sym typeface="Poppins Heavy"/>
              </a:rPr>
              <a:t>Constitución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88537" y="12135298"/>
            <a:ext cx="2149894" cy="385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97"/>
              </a:lnSpc>
            </a:pPr>
            <a:r>
              <a:rPr lang="en-US" b="true" sz="2069">
                <a:solidFill>
                  <a:srgbClr val="FFFFFF"/>
                </a:solidFill>
                <a:latin typeface="ITC Avant Garde Gothic Bold"/>
                <a:ea typeface="ITC Avant Garde Gothic Bold"/>
                <a:cs typeface="ITC Avant Garde Gothic Bold"/>
                <a:sym typeface="ITC Avant Garde Gothic Bold"/>
              </a:rPr>
              <a:t>@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24055" y="6673720"/>
            <a:ext cx="4266506" cy="59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2"/>
              </a:lnSpc>
            </a:pPr>
            <a:r>
              <a:rPr lang="en-US" sz="3387" b="true">
                <a:solidFill>
                  <a:srgbClr val="071C58"/>
                </a:solidFill>
                <a:latin typeface="Inter Heavy"/>
                <a:ea typeface="Inter Heavy"/>
                <a:cs typeface="Inter Heavy"/>
                <a:sym typeface="Inter Heavy"/>
              </a:rPr>
              <a:t>AGENDA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636557" y="785987"/>
            <a:ext cx="3214388" cy="428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b="true" sz="2451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INFOLINENSE.COM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5318" y="10756273"/>
            <a:ext cx="7925991" cy="113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 PROYECTO DE 5 MILLONES DE EUROS TRANSFORMARÁ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POR COMPLETO EL CENTRO CON MÁS ZONAS VERDES,</a:t>
            </a:r>
          </a:p>
          <a:p>
            <a:pPr algn="l">
              <a:lnSpc>
                <a:spcPts val="3037"/>
              </a:lnSpc>
              <a:spcBef>
                <a:spcPct val="0"/>
              </a:spcBef>
            </a:pPr>
            <a:r>
              <a:rPr lang="en-US" b="true" sz="2169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UNA FUENTE Y NUEVAS PÉRGOLAS.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DAHR4eHCA9o</dc:identifier>
  <dcterms:modified xsi:type="dcterms:W3CDTF">2011-08-01T06:04:30Z</dcterms:modified>
  <cp:revision>1</cp:revision>
  <dc:title>Copia de Copia de URBANISMO</dc:title>
</cp:coreProperties>
</file>